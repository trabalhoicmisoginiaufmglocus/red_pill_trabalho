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E659D4-3050-4C50-B4E6-7DCEDE47E46A}">
  <a:tblStyle styleId="{90E659D4-3050-4C50-B4E6-7DCEDE47E4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de2555ccc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de2555c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de2555ccc_0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de2555cc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de2555ccc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de2555cc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de2555ccc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de2555cc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Anotação dos Vídeos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Cálculo do Kappa de Fleiss</a:t>
            </a:r>
            <a:endParaRPr/>
          </a:p>
        </p:txBody>
      </p:sp>
      <p:graphicFrame>
        <p:nvGraphicFramePr>
          <p:cNvPr id="73" name="Google Shape;73;p14"/>
          <p:cNvGraphicFramePr/>
          <p:nvPr/>
        </p:nvGraphicFramePr>
        <p:xfrm>
          <a:off x="952500" y="249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{90E659D4-3050-4C50-B4E6-7DCEDE47E46A}</a:tableStyleId>
              </a:tblPr>
              <a:tblGrid>
                <a:gridCol w="3619500"/>
                <a:gridCol w="3619500"/>
              </a:tblGrid>
              <a:tr h="28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Fleiss' Kappa para Misoginia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0.6946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Fleiss' Kappa para Toxicidade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0.6092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25" y="1958875"/>
            <a:ext cx="4067175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0575" y="1968400"/>
            <a:ext cx="403860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388" y="2001725"/>
            <a:ext cx="4467225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Matrizes de Confusão</a:t>
            </a:r>
            <a:endParaRPr/>
          </a:p>
        </p:txBody>
      </p:sp>
      <p:pic>
        <p:nvPicPr>
          <p:cNvPr id="92" name="Google Shape;92;p1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25" y="1770275"/>
            <a:ext cx="3910846" cy="333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6" y="1770275"/>
            <a:ext cx="3910846" cy="333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Matrizes de Confusão</a:t>
            </a:r>
            <a:endParaRPr/>
          </a:p>
        </p:txBody>
      </p:sp>
      <p:pic>
        <p:nvPicPr>
          <p:cNvPr id="99" name="Google Shape;99;p18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25" y="1770275"/>
            <a:ext cx="3910846" cy="333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 title="downloa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96" y="1770275"/>
            <a:ext cx="3910846" cy="333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Matrizes de Confusão</a:t>
            </a:r>
            <a:endParaRPr/>
          </a:p>
        </p:txBody>
      </p:sp>
      <p:pic>
        <p:nvPicPr>
          <p:cNvPr id="106" name="Google Shape;106;p19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25" y="1770275"/>
            <a:ext cx="3910846" cy="333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downloa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96" y="1770275"/>
            <a:ext cx="3910846" cy="333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