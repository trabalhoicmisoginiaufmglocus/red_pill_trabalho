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Merriweath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Merriweather-bold.fntdata"/><Relationship Id="rId14" Type="http://schemas.openxmlformats.org/officeDocument/2006/relationships/font" Target="fonts/Merriweather-regular.fntdata"/><Relationship Id="rId17" Type="http://schemas.openxmlformats.org/officeDocument/2006/relationships/font" Target="fonts/Merriweather-boldItalic.fntdata"/><Relationship Id="rId16" Type="http://schemas.openxmlformats.org/officeDocument/2006/relationships/font" Target="fonts/Merriweather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e7340162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e7340162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e73401622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e7340162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e73401622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e7340162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7" name="Google Shape;67;p16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1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Classificador </a:t>
            </a:r>
            <a:endParaRPr/>
          </a:p>
        </p:txBody>
      </p:sp>
      <p:sp>
        <p:nvSpPr>
          <p:cNvPr id="110" name="Google Shape;110;p25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Atualizações - 31/10/2025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RoBERTa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</a:t>
            </a:r>
            <a:r>
              <a:rPr lang="pt-BR"/>
              <a:t>álise de Resultados</a:t>
            </a:r>
            <a:endParaRPr/>
          </a:p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Foi realizada novos experimentos, inclusive aqueles que j</a:t>
            </a:r>
            <a:r>
              <a:rPr lang="pt-BR"/>
              <a:t>á haviam sido feitos. Nessa nossa versão rodamos para toxidade e misoginia com a proporcao de folds original, 50/50 e 60/40.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E agora temos a matriz de confusão de cada rodada da validação cruzada, além dos intervalos de confianca e resultados gerais.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